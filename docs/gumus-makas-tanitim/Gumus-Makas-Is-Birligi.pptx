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yazilimciemir\source\repos\HairDresser-master\docs\gumus-makas-tanitim\kapa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9144000" cy="960120"/>
          </a:xfrm>
          <a:prstGeom prst="rect">
            <a:avLst/>
          </a:prstGeom>
          <a:solidFill>
            <a:srgbClr val="173D62">
              <a:alpha val="8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İş Birliği ve Stratejik Ortaklık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</a:rPr>
              <a:t>Seçenekleri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İş Birliği ve Stratejik Ortaklık Seçenekleri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Yavuzan Teknoloji ve Ticaret LTD.ŞTİ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Gümüş Makas'ın sürdürülebilir büyümesini hızlandırmak ve sektörde güçlü bir ekosistem oluşturmak amacıyla aşağıdaki iş birliği modelleri değerlendirilmektedir.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813816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97180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173D62"/>
                </a:solidFill>
              </a:rPr>
              <a:t>Stratejik İş Ortaklığı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173D62"/>
                </a:solidFill>
              </a:rPr>
              <a:t>Kurumsal Doğrulama Entegrasyonu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173D62"/>
                </a:solidFill>
              </a:rPr>
              <a:t>Paydaşlık Modeli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b="1" dirty="0">
                <a:solidFill>
                  <a:srgbClr val="173D62"/>
                </a:solidFill>
              </a:rPr>
              <a:t>Yatırım ve Büyüme Ortaklığı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Ortaklık Modelleri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1 –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D6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D62"/>
                </a:solidFill>
              </a:rPr>
              <a:t>Stratejik İş Ortaklığı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Sektör temsilcileri, kurumlar ve teknoloji firmaları ile uzun vadeli iş birlikleri kurularak platformun kullanıcı ağı ve hizmet kapasitesinin büyütülmesi.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D62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8346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D62"/>
                </a:solidFill>
              </a:rPr>
              <a:t>Kurumsal Doğrulama Entegrasyonu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2461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Kullanıcı güvenini artırmak amacıyla işletmelerin vergi levhası, mesleki yeterlilik ve resmi belgelerinin ücretsiz olarak doğrulanmasını sağlayacak entegrasyonların hayata geçirilmesi.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Ortaklık Modelleri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3 –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D62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D62"/>
                </a:solidFill>
              </a:rPr>
              <a:t>Paydaşlık Modeli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5544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Meslek odaları, sektör birlikleri, eğitim kurumları ve ticari kuruluşlarla ortak projeler geliştirilerek platformun sektörel dönüşümüne katkı sağlanması.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D62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8346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D62"/>
                </a:solidFill>
              </a:rPr>
              <a:t>Yatırım ve Büyüme Ortaklığı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24612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Stratejik yatırımcılar ve kurumsal iş ortakları ile birlikte platformun teknolojik altyapısının güçlendirilmesi, yeni hizmet alanlarının geliştirilmesi ve ulusal/uluslararası ölçekte büyüme hedeflerinin desteklenmesi.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</a:rPr>
              <a:t>Birlikte Büyüyelim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Gümüş Makas; randevu, iletişim, iş yönetimi, alışveriş ve dijital dönüşümü tek platformda birleştirerek sektörde güçlü ve sürdürülebilir bir ekosistem oluşturmayı hedeflemektedir. Stratejik ortaklıklarınızla bu vizyonu birlikte hayata geçirebiliriz.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3840480"/>
            <a:ext cx="45720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CCCCC"/>
                </a:solidFill>
              </a:rPr>
              <a:t>İş birliği teklifleriniz için bizimle iletişime geçin.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D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D62"/>
                </a:solidFill>
              </a:rPr>
              <a:t>İletişim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</a:rPr>
              <a:t>Yavuzan Teknoloji ve Ticaret LTD.ŞTİ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62"/>
                </a:solidFill>
              </a:rPr>
              <a:t>Sağlayıcı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13258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Yavuzan Teknoloji ve Ticaret LTD.ŞTİ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62"/>
                </a:solidFill>
              </a:rPr>
              <a:t>Adres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20116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Sakız Ağacı Mahallesi, İstanbul Caddesi, 78/A Bakırköy/İstanbul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62"/>
                </a:solidFill>
              </a:rPr>
              <a:t>İsim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6974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Safter Yavuz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62"/>
                </a:solidFill>
              </a:rPr>
              <a:t>Telefon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33832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0546 478 27 44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D62"/>
                </a:solidFill>
              </a:rPr>
              <a:t>E-posta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40690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yavuzanteknoloji@gmail.com</a:t>
            </a:r>
            <a:endParaRPr lang="en-US" sz="1400" dirty="0"/>
          </a:p>
        </p:txBody>
      </p:sp>
      <p:pic>
        <p:nvPicPr>
          <p:cNvPr id="15" name="Image 0" descr="C:\Users\yazilimciemir\source\repos\HairDresser-master\docs\gumus-makas-tanitim\kapa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3657600"/>
            <a:ext cx="210312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Gümüş Makas İş Birliği ve Stratejik Ortaklık</dc:title>
  <dc:subject>PptxGenJS Presentation</dc:subject>
  <dc:creator>Yavuzan Teknoloji ve Ticaret Ltd. Şti.</dc:creator>
  <cp:lastModifiedBy>Yavuzan Teknoloji ve Ticaret Ltd. Şti.</cp:lastModifiedBy>
  <cp:revision>1</cp:revision>
  <dcterms:created xsi:type="dcterms:W3CDTF">2026-06-22T22:34:10Z</dcterms:created>
  <dcterms:modified xsi:type="dcterms:W3CDTF">2026-06-22T22:34:10Z</dcterms:modified>
</cp:coreProperties>
</file>