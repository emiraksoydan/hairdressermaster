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zilimciemir\source\repos\HairDresser-master\docs\gumus-makas-tanitim\kapa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173D62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Platform Özellikleri &amp; Vizyon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Gelişmiş Platform Özellikleri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Yavuzan Teknoloji ve Ticaret Ltd. Şti.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Yapay Zekâ Destekli Akıllı Platform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Uygulama İçi Sosyal Medya Paneli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Anlık Mesajlaşma Sistemi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Haritada Keşfet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Alışveriş Modülü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Çoklu Profil Kullanımı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Çoklu Dil Desteği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Akıllı Randevu Kombinasyon Sistemi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Yapay Zekâ Destekli Akıllı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</a:rPr>
              <a:t>Kullanıcı alışkanlıklarını analiz eden, en uygun hizmeti, çalışanı ve işletmeyi öneren yapay zekâ destekli akıllı yönlendirme sistemi.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Uygulama İçi Sosyal Medya Paneli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</a:rPr>
              <a:t>İşletmelerin ve serbest çalışanların kampanya, çalışma örnekleri, video ve görsellerini paylaşabileceği; kullanıcıların etkileşim kurabileceği sosyal medya altyapısı.</a:t>
            </a:r>
            <a:endParaRPr lang="en-US" sz="1500" dirty="0"/>
          </a:p>
        </p:txBody>
      </p:sp>
      <p:pic>
        <p:nvPicPr>
          <p:cNvPr id="5" name="Image 0" descr="C:\Users\yazilimciemir\.cursor\projects\c-Users-yazilimciemir-source-repos-HairDresser-master\assets\c__Users_yazilimciemir_AppData_Roaming_Cursor_User_workspaceStorage_empty-window_images_WhatsApp_Image_2026-06-23_at_01.21.44__5_-5749ae8f-59bd-458f-867d-566256affa2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1097280"/>
            <a:ext cx="3566160" cy="420624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Anlık Mesajlaşma Sistemi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</a:rPr>
              <a:t>WhatsApp benzeri güvenli mesajlaşma özelliği sayesinde müşteri, işletme ve serbest çalışanlar uygulama dışına çıkmadan iletişim kurabilir; fotoğraf ve konum paylaşabilir.</a:t>
            </a:r>
            <a:endParaRPr lang="en-US" sz="1500" dirty="0"/>
          </a:p>
        </p:txBody>
      </p:sp>
      <p:pic>
        <p:nvPicPr>
          <p:cNvPr id="5" name="Image 0" descr="C:\Users\yazilimciemir\.cursor\projects\c-Users-yazilimciemir-source-repos-HairDresser-master\assets\c__Users_yazilimciemir_AppData_Roaming_Cursor_User_workspaceStorage_empty-window_images_WhatsApp_Image_2026-06-23_at_01.21.44__2_-c8736e80-d468-4efa-adb5-fc30ea2ef6c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1097280"/>
            <a:ext cx="3566160" cy="420624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Haritada Keşfet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</a:rPr>
              <a:t>Yakındaki işletmeleri ve serbest çalışanları harita üzerinden anlık görüntüleme, tek tuşla iletişim kurma ve filtreleme imkânı.</a:t>
            </a:r>
            <a:endParaRPr lang="en-US" sz="1500" dirty="0"/>
          </a:p>
        </p:txBody>
      </p:sp>
      <p:pic>
        <p:nvPicPr>
          <p:cNvPr id="5" name="Image 0" descr="C:\Users\yazilimciemir\.cursor\projects\c-Users-yazilimciemir-source-repos-HairDresser-master\assets\c__Users_yazilimciemir_AppData_Roaming_Cursor_User_workspaceStorage_empty-window_images_WhatsApp_Image_2026-06-23_at_01.21.44__1_-f6e98b75-357e-402f-bcc6-80abd5fa6c4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1097280"/>
            <a:ext cx="3566160" cy="420624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Alışveriş Modülü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</a:rPr>
              <a:t>Kullanıcıların bütün ürünlere, kampanyalara ve hizmetlere tek tıkla ulaşabileceği entegre alışveriş sistemi.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Çoklu Profil Kullanımı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</a:rPr>
              <a:t>Tek hesap üzerinden müşteri, işletme ve serbest çalışan profilleri arasında hızlı geçiş yapabilme özelliği.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Çoklu Dil Desteği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</a:rPr>
              <a:t>İlk aşamada 4 dil desteği ile yerli ve yabancı kullanıcıların platformu kolayca kullanabilmesini sağlayan global altyapı.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Akıllı Randevu Kombinasyon Sistemi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</a:rPr>
              <a:t>Yoğunluk, konum, uygunluk ve kullanıcı tercihlerini analiz ederek en doğru işletme ve profesyoneli otomatik eşleştiren bildirim destekli akıllı sistem.</a:t>
            </a:r>
            <a:endParaRPr lang="en-US" sz="1500" dirty="0"/>
          </a:p>
        </p:txBody>
      </p:sp>
      <p:pic>
        <p:nvPicPr>
          <p:cNvPr id="5" name="Image 0" descr="C:\Users\yazilimciemir\.cursor\projects\c-Users-yazilimciemir-source-repos-HairDresser-master\assets\c__Users_yazilimciemir_AppData_Roaming_Cursor_User_workspaceStorage_empty-window_images_WhatsApp_Image_2026-06-23_at_01.21.44__3_-00cbae47-532f-4c5c-aee4-699bc80da5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1097280"/>
            <a:ext cx="3566160" cy="420624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İşletme Profili &amp; Hizmet Yönetimi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Hizmet paketleri ve fiyatlandırma tek ekranda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</a:rPr>
              <a:t>İşletmeler hizmet ve paketlerini uygulama üzerinden tanımlar; müşteriler işletme profilinden tüm hizmetleri görüntüleyerek kolayca randevu alabilir.</a:t>
            </a:r>
            <a:endParaRPr lang="en-US" sz="1500" dirty="0"/>
          </a:p>
        </p:txBody>
      </p:sp>
      <p:pic>
        <p:nvPicPr>
          <p:cNvPr id="6" name="Image 0" descr="C:\Users\yazilimciemir\.cursor\projects\c-Users-yazilimciemir-source-repos-HairDresser-master\assets\c__Users_yazilimciemir_AppData_Roaming_Cursor_User_workspaceStorage_empty-window_images_WhatsApp_Image_2026-06-23_at_01.21.44__4_-d3f88e93-4be4-4a75-a371-06a72986402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1051560"/>
            <a:ext cx="3566160" cy="4297680"/>
          </a:xfrm>
          <a:prstGeom prst="rect">
            <a:avLst/>
          </a:prstGeom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Risk Yönetimi &amp; Gelecek Planları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D62"/>
                </a:solidFill>
              </a:rPr>
              <a:t>1. Risk Yönetimi ve Sürdürülebilirlik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90472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Platformun kesintisiz hizmet verebilmesi amacıyla, risk değerlendirme ekibi tarafından riskleri en aza indirmeyi hedefleyen kapsamlı bir B Planı oluşturulmuştur.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D62"/>
                </a:solidFill>
              </a:rPr>
              <a:t>2. C2C Pazaryeri Entegrasyonu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724912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Gümüş Makas ekosistemini tamamlayacak ve kullanıcı deneyimini güçlendirecek şekilde, platforma entegre bir C2C (Consumer to Consumer) Pazaryeri altyapısı planlanmaktadır.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D62"/>
                </a:solidFill>
              </a:rPr>
              <a:t>3. Lojistik Entegrasyonu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59352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Gümüş Makas bünyesinde planlanan C2C Pazaryeri altyapısını desteklemek amacıyla, ürünlerin güvenli, hızlı ve takip edilebilir şekilde taşınmasını sağlayacak lojistik API entegrasyonu hayata geçirilecektir.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</a:rPr>
              <a:t>Vizyonumuz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Vizyonumuz; randevu, iletişim, iş yönetimi, alışveriş, lojistik ve pazaryeri hizmetlerini tek uygulamada buluşturarak sektörün dijital dönüşümüne liderlik eden kapsamlı bir teknoloji ekosistemi oluşturmak.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Uygulama Ekranları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Gümüş Makas mobil deneyimi</a:t>
            </a:r>
            <a:endParaRPr lang="en-US" sz="1300" dirty="0"/>
          </a:p>
        </p:txBody>
      </p:sp>
      <p:pic>
        <p:nvPicPr>
          <p:cNvPr id="5" name="Image 0" descr="C:\Users\yazilimciemir\.cursor\projects\c-Users-yazilimciemir-source-repos-HairDresser-master\assets\c__Users_yazilimciemir_AppData_Roaming_Cursor_User_workspaceStorage_empty-window_images_WhatsApp_Image_2026-06-23_at_01.21.44__1_-f6e98b75-357e-402f-bcc6-80abd5fa6c4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1417320" cy="3474720"/>
          </a:xfrm>
          <a:prstGeom prst="rect">
            <a:avLst/>
          </a:prstGeom>
        </p:spPr>
      </p:pic>
      <p:pic>
        <p:nvPicPr>
          <p:cNvPr id="6" name="Image 1" descr="C:\Users\yazilimciemir\.cursor\projects\c-Users-yazilimciemir-source-repos-HairDresser-master\assets\c__Users_yazilimciemir_AppData_Roaming_Cursor_User_workspaceStorage_empty-window_images_WhatsApp_Image_2026-06-23_at_01.21.44__2_-c8736e80-d468-4efa-adb5-fc30ea2ef6c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74520" y="1143000"/>
            <a:ext cx="1417320" cy="3474720"/>
          </a:xfrm>
          <a:prstGeom prst="rect">
            <a:avLst/>
          </a:prstGeom>
        </p:spPr>
      </p:pic>
      <p:pic>
        <p:nvPicPr>
          <p:cNvPr id="7" name="Image 2" descr="C:\Users\yazilimciemir\.cursor\projects\c-Users-yazilimciemir-source-repos-HairDresser-master\assets\c__Users_yazilimciemir_AppData_Roaming_Cursor_User_workspaceStorage_empty-window_images_WhatsApp_Image_2026-06-23_at_01.21.44__5_-5749ae8f-59bd-458f-867d-566256affa27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83280" y="1143000"/>
            <a:ext cx="1417320" cy="3474720"/>
          </a:xfrm>
          <a:prstGeom prst="rect">
            <a:avLst/>
          </a:prstGeom>
        </p:spPr>
      </p:pic>
      <p:pic>
        <p:nvPicPr>
          <p:cNvPr id="8" name="Image 3" descr="C:\Users\yazilimciemir\.cursor\projects\c-Users-yazilimciemir-source-repos-HairDresser-master\assets\c__Users_yazilimciemir_AppData_Roaming_Cursor_User_workspaceStorage_empty-window_images_WhatsApp_Image_2026-06-23_at_01.21.44__3_-00cbae47-532f-4c5c-aee4-699bc80da5d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92040" y="1143000"/>
            <a:ext cx="1417320" cy="3474720"/>
          </a:xfrm>
          <a:prstGeom prst="rect">
            <a:avLst/>
          </a:prstGeom>
        </p:spPr>
      </p:pic>
      <p:pic>
        <p:nvPicPr>
          <p:cNvPr id="9" name="Image 4" descr="C:\Users\yazilimciemir\.cursor\projects\c-Users-yazilimciemir-source-repos-HairDresser-master\assets\c__Users_yazilimciemir_AppData_Roaming_Cursor_User_workspaceStorage_empty-window_images_WhatsApp_Image_2026-06-23_at_01.21.44__4_-d3f88e93-4be4-4a75-a371-06a729864029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00800" y="1143000"/>
            <a:ext cx="141732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Gümüş Makas Platform Özellikleri</dc:title>
  <dc:subject>PptxGenJS Presentation</dc:subject>
  <dc:creator>Yavuzan Teknoloji ve Ticaret Ltd. Şti.</dc:creator>
  <cp:lastModifiedBy>Yavuzan Teknoloji ve Ticaret Ltd. Şti.</cp:lastModifiedBy>
  <cp:revision>1</cp:revision>
  <dcterms:created xsi:type="dcterms:W3CDTF">2026-06-22T22:31:24Z</dcterms:created>
  <dcterms:modified xsi:type="dcterms:W3CDTF">2026-06-22T22:31:24Z</dcterms:modified>
</cp:coreProperties>
</file>